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4" r:id="rId8"/>
    <p:sldId id="261" r:id="rId9"/>
    <p:sldId id="267" r:id="rId10"/>
    <p:sldId id="262" r:id="rId11"/>
    <p:sldId id="268" r:id="rId12"/>
    <p:sldId id="263" r:id="rId13"/>
    <p:sldId id="269" r:id="rId14"/>
    <p:sldId id="266" r:id="rId15"/>
    <p:sldId id="270" r:id="rId16"/>
    <p:sldId id="265" r:id="rId17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6E00"/>
    <a:srgbClr val="378DC0"/>
    <a:srgbClr val="3887B2"/>
    <a:srgbClr val="2B5072"/>
    <a:srgbClr val="214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>
        <p:scale>
          <a:sx n="91" d="100"/>
          <a:sy n="91" d="100"/>
        </p:scale>
        <p:origin x="7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27101" r="37013"/>
          <a:stretch>
            <a:fillRect/>
          </a:stretch>
        </p:blipFill>
        <p:spPr>
          <a:xfrm>
            <a:off x="0" y="0"/>
            <a:ext cx="3699481" cy="68817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8404" y="-18363"/>
            <a:ext cx="10328299" cy="6894726"/>
          </a:xfrm>
          <a:prstGeom prst="rect">
            <a:avLst/>
          </a:prstGeom>
        </p:spPr>
      </p:pic>
      <p:sp>
        <p:nvSpPr>
          <p:cNvPr id="8" name="弦形 7"/>
          <p:cNvSpPr/>
          <p:nvPr userDrawn="1"/>
        </p:nvSpPr>
        <p:spPr>
          <a:xfrm rot="12134382">
            <a:off x="-2659628" y="-1705216"/>
            <a:ext cx="10440636" cy="10268431"/>
          </a:xfrm>
          <a:prstGeom prst="chor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9" name="弦形 8"/>
          <p:cNvSpPr/>
          <p:nvPr userDrawn="1"/>
        </p:nvSpPr>
        <p:spPr>
          <a:xfrm rot="12134382">
            <a:off x="-2537170" y="-1897056"/>
            <a:ext cx="10756555" cy="10725519"/>
          </a:xfrm>
          <a:prstGeom prst="chord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38" y="2578564"/>
            <a:ext cx="2657611" cy="170087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582284"/>
            <a:ext cx="12192000" cy="27571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B0837-EB51-4D17-9892-67345477E769}" type="datetimeFigureOut">
              <a:rPr lang="zh-SG" altLang="en-US" smtClean="0"/>
            </a:fld>
            <a:endParaRPr lang="zh-SG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EF82E-59C6-4EB1-9FDA-A1CD8B3E63C7}" type="slidenum">
              <a:rPr lang="zh-SG" altLang="en-US" smtClean="0"/>
            </a:fld>
            <a:endParaRPr lang="zh-SG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 flipV="1">
            <a:off x="474650" y="3741362"/>
            <a:ext cx="6742828" cy="1"/>
          </a:xfrm>
          <a:prstGeom prst="line">
            <a:avLst/>
          </a:prstGeom>
          <a:ln w="28575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83909" y="2497977"/>
            <a:ext cx="6386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标题标题标题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标题标题标题标题标题标题</a:t>
            </a:r>
            <a:endParaRPr lang="zh-SG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7869" y="3827475"/>
            <a:ext cx="7022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院系院系院系院系院系  专业专业专业专业专业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汇报人：姓名  指导老师：姓名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74665" y="2228279"/>
            <a:ext cx="18357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目</a:t>
            </a:r>
            <a:endParaRPr lang="en-US" altLang="zh-CN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dist"/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录</a:t>
            </a:r>
            <a:endParaRPr lang="zh-SG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299773" y="1082104"/>
            <a:ext cx="4533538" cy="530492"/>
            <a:chOff x="4299773" y="1452059"/>
            <a:chExt cx="4533538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38779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研究背景、目的及意义介绍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0" name="矩形: 圆角 9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 dirty="0"/>
              </a:p>
            </p:txBody>
          </p:sp>
          <p:sp>
            <p:nvSpPr>
              <p:cNvPr id="11" name="矩形: 圆角 10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1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299773" y="1918560"/>
            <a:ext cx="5171533" cy="530492"/>
            <a:chOff x="4299773" y="2134951"/>
            <a:chExt cx="5171533" cy="530492"/>
          </a:xfrm>
        </p:grpSpPr>
        <p:grpSp>
          <p:nvGrpSpPr>
            <p:cNvPr id="13" name="组合 12"/>
            <p:cNvGrpSpPr/>
            <p:nvPr/>
          </p:nvGrpSpPr>
          <p:grpSpPr>
            <a:xfrm>
              <a:off x="4299773" y="2134951"/>
              <a:ext cx="530492" cy="530492"/>
              <a:chOff x="5416598" y="4355615"/>
              <a:chExt cx="530492" cy="530492"/>
            </a:xfrm>
          </p:grpSpPr>
          <p:sp>
            <p:nvSpPr>
              <p:cNvPr id="14" name="矩形: 圆角 13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5" name="矩形: 圆角 14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2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  <p:sp>
          <p:nvSpPr>
            <p:cNvPr id="28" name="矩形 27"/>
            <p:cNvSpPr/>
            <p:nvPr/>
          </p:nvSpPr>
          <p:spPr>
            <a:xfrm>
              <a:off x="4955326" y="2169364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zh-SG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299773" y="2755016"/>
            <a:ext cx="5171533" cy="530492"/>
            <a:chOff x="4299773" y="2817843"/>
            <a:chExt cx="5171533" cy="530492"/>
          </a:xfrm>
        </p:grpSpPr>
        <p:grpSp>
          <p:nvGrpSpPr>
            <p:cNvPr id="16" name="组合 15"/>
            <p:cNvGrpSpPr/>
            <p:nvPr/>
          </p:nvGrpSpPr>
          <p:grpSpPr>
            <a:xfrm>
              <a:off x="4299773" y="2817843"/>
              <a:ext cx="530492" cy="530492"/>
              <a:chOff x="5416598" y="4355615"/>
              <a:chExt cx="530492" cy="530492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8" name="矩形: 圆角 17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3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4955326" y="2852256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zh-SG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299773" y="3590392"/>
            <a:ext cx="5171533" cy="530492"/>
            <a:chOff x="4299773" y="3506149"/>
            <a:chExt cx="5171533" cy="530492"/>
          </a:xfrm>
        </p:grpSpPr>
        <p:grpSp>
          <p:nvGrpSpPr>
            <p:cNvPr id="19" name="组合 18"/>
            <p:cNvGrpSpPr/>
            <p:nvPr/>
          </p:nvGrpSpPr>
          <p:grpSpPr>
            <a:xfrm>
              <a:off x="4299773" y="3506149"/>
              <a:ext cx="530492" cy="530492"/>
              <a:chOff x="5416598" y="4355615"/>
              <a:chExt cx="530492" cy="530492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 dirty="0">
                  <a:solidFill>
                    <a:srgbClr val="378DC0"/>
                  </a:solidFill>
                </a:endParaRPr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4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4955326" y="3538218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zh-SG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299773" y="4455493"/>
            <a:ext cx="3005876" cy="530492"/>
            <a:chOff x="4299773" y="4194455"/>
            <a:chExt cx="3005876" cy="530492"/>
          </a:xfrm>
        </p:grpSpPr>
        <p:grpSp>
          <p:nvGrpSpPr>
            <p:cNvPr id="22" name="组合 21"/>
            <p:cNvGrpSpPr/>
            <p:nvPr/>
          </p:nvGrpSpPr>
          <p:grpSpPr>
            <a:xfrm>
              <a:off x="4299773" y="4194455"/>
              <a:ext cx="530492" cy="530492"/>
              <a:chOff x="5416598" y="4355615"/>
              <a:chExt cx="530492" cy="530492"/>
            </a:xfrm>
          </p:grpSpPr>
          <p:sp>
            <p:nvSpPr>
              <p:cNvPr id="23" name="矩形: 圆角 22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 dirty="0"/>
              </a:p>
            </p:txBody>
          </p:sp>
          <p:sp>
            <p:nvSpPr>
              <p:cNvPr id="24" name="矩形: 圆角 23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5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4955326" y="4228868"/>
              <a:ext cx="2350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研究总结与展望</a:t>
              </a:r>
              <a:endParaRPr lang="zh-SG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299773" y="5320594"/>
            <a:ext cx="3005876" cy="530492"/>
            <a:chOff x="4299773" y="4882761"/>
            <a:chExt cx="3005876" cy="530492"/>
          </a:xfrm>
        </p:grpSpPr>
        <p:grpSp>
          <p:nvGrpSpPr>
            <p:cNvPr id="25" name="组合 24"/>
            <p:cNvGrpSpPr/>
            <p:nvPr/>
          </p:nvGrpSpPr>
          <p:grpSpPr>
            <a:xfrm>
              <a:off x="4299773" y="4882761"/>
              <a:ext cx="530492" cy="530492"/>
              <a:chOff x="5416598" y="4355615"/>
              <a:chExt cx="530492" cy="530492"/>
            </a:xfrm>
          </p:grpSpPr>
          <p:sp>
            <p:nvSpPr>
              <p:cNvPr id="26" name="矩形: 圆角 25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378DC0"/>
              </a:solidFill>
              <a:ln>
                <a:solidFill>
                  <a:srgbClr val="378D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27" name="矩形: 圆角 26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378DC0"/>
                    </a:solidFill>
                  </a:rPr>
                  <a:t>6</a:t>
                </a:r>
                <a:endParaRPr lang="zh-SG" altLang="en-US" b="1" dirty="0">
                  <a:solidFill>
                    <a:srgbClr val="378DC0"/>
                  </a:solidFill>
                </a:endParaRP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4955326" y="4919518"/>
              <a:ext cx="2350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参考文献及致谢</a:t>
              </a:r>
              <a:endParaRPr lang="zh-SG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153400" y="6116638"/>
            <a:ext cx="3630169" cy="516530"/>
            <a:chOff x="97722" y="6317038"/>
            <a:chExt cx="3630169" cy="516530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42" name="直接连接符 41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74940" y="3455432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研究背景、目的及意义介绍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60543" y="165500"/>
            <a:ext cx="4533538" cy="530492"/>
            <a:chOff x="4299773" y="1452059"/>
            <a:chExt cx="4533538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38779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研究背景、目的及意义介绍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SG" sz="3200" b="1" dirty="0">
                    <a:solidFill>
                      <a:srgbClr val="0070C0"/>
                    </a:solidFill>
                  </a:rPr>
                  <a:t>1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4694081" y="425789"/>
            <a:ext cx="7179159" cy="4957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注: 下箭头 2"/>
          <p:cNvSpPr/>
          <p:nvPr/>
        </p:nvSpPr>
        <p:spPr>
          <a:xfrm>
            <a:off x="9951371" y="5135676"/>
            <a:ext cx="2240629" cy="904180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改成自己院系</a:t>
            </a:r>
            <a:r>
              <a:rPr lang="en-US" altLang="zh-CN" dirty="0">
                <a:solidFill>
                  <a:srgbClr val="FF0000"/>
                </a:solidFill>
              </a:rPr>
              <a:t>logo</a:t>
            </a:r>
            <a:endParaRPr lang="zh-SG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02966" y="1461920"/>
            <a:ext cx="199418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900" b="1" dirty="0">
                <a:solidFill>
                  <a:srgbClr val="EE6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endParaRPr lang="zh-SG" altLang="en-US" b="1" dirty="0">
              <a:solidFill>
                <a:srgbClr val="EE6E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 rot="10800000">
            <a:off x="8879970" y="1851645"/>
            <a:ext cx="199418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900" b="1" dirty="0">
                <a:solidFill>
                  <a:srgbClr val="EE6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endParaRPr lang="zh-SG" altLang="en-US" b="1" dirty="0">
              <a:solidFill>
                <a:srgbClr val="EE6E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6815" y="2910301"/>
            <a:ext cx="7056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XXX</a:t>
            </a:r>
            <a:r>
              <a:rPr lang="zh-CN" altLang="en-US" dirty="0"/>
              <a:t>概念介绍一句话或者一段话。</a:t>
            </a:r>
            <a:endParaRPr lang="en-US" altLang="zh-CN" dirty="0"/>
          </a:p>
          <a:p>
            <a:pPr algn="r"/>
            <a:r>
              <a:rPr lang="en-US" altLang="zh-CN" dirty="0"/>
              <a:t>————</a:t>
            </a:r>
            <a:r>
              <a:rPr lang="zh-CN" altLang="en-US" dirty="0"/>
              <a:t>来源出处</a:t>
            </a:r>
            <a:endParaRPr lang="zh-SG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20" name="直接连接符 19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a760882ecadbef7c1c84e0c1cc22419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5" y="4038600"/>
            <a:ext cx="9315450" cy="12763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74940" y="3455432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根据论文内容改动相应部分主题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60543" y="165500"/>
            <a:ext cx="5171533" cy="530492"/>
            <a:chOff x="4299773" y="1452059"/>
            <a:chExt cx="5171533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0070C0"/>
                    </a:solidFill>
                  </a:rPr>
                  <a:t>2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5332076" y="425790"/>
            <a:ext cx="6541164" cy="4956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74940" y="3455432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根据论文内容改动相应部分主题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60543" y="165500"/>
            <a:ext cx="5171533" cy="530492"/>
            <a:chOff x="4299773" y="1452059"/>
            <a:chExt cx="5171533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0070C0"/>
                    </a:solidFill>
                  </a:rPr>
                  <a:t>3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5332076" y="425790"/>
            <a:ext cx="6541164" cy="4956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74940" y="3455432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根据论文内容改动相应部分主题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60543" y="165500"/>
            <a:ext cx="5171533" cy="530492"/>
            <a:chOff x="4299773" y="1452059"/>
            <a:chExt cx="5171533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0070C0"/>
                    </a:solidFill>
                  </a:rPr>
                  <a:t>4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5332076" y="425790"/>
            <a:ext cx="6541164" cy="4956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74940" y="3455432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研究总结与展望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60543" y="165500"/>
            <a:ext cx="5171533" cy="530492"/>
            <a:chOff x="4299773" y="1452059"/>
            <a:chExt cx="5171533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451598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根据论文内容改动相应部分主题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0070C0"/>
                    </a:solidFill>
                  </a:rPr>
                  <a:t>5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5332076" y="425790"/>
            <a:ext cx="6541164" cy="4956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43557" y="202421"/>
            <a:ext cx="17240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zh-SG" altLang="en-US" sz="3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58703" y="4271849"/>
            <a:ext cx="991879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58702" y="4521971"/>
            <a:ext cx="774797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74940" y="3455432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参考文献及致谢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8702" y="4676702"/>
            <a:ext cx="6903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一两句话的概括介绍。。。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巴拉巴拉</a:t>
            </a:r>
            <a:endParaRPr lang="zh-SG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60543" y="165500"/>
            <a:ext cx="3005876" cy="530492"/>
            <a:chOff x="4299773" y="1452059"/>
            <a:chExt cx="3005876" cy="530492"/>
          </a:xfrm>
        </p:grpSpPr>
        <p:sp>
          <p:nvSpPr>
            <p:cNvPr id="9" name="矩形 8"/>
            <p:cNvSpPr/>
            <p:nvPr/>
          </p:nvSpPr>
          <p:spPr>
            <a:xfrm>
              <a:off x="4955326" y="1486472"/>
              <a:ext cx="2350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参考文献及致谢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773" y="1452059"/>
              <a:ext cx="530492" cy="530492"/>
              <a:chOff x="5416598" y="4355615"/>
              <a:chExt cx="530492" cy="530492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5416598" y="4355615"/>
                <a:ext cx="530492" cy="530492"/>
              </a:xfrm>
              <a:prstGeom prst="roundRect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SG" altLang="en-US"/>
              </a:p>
            </p:txBody>
          </p:sp>
          <p:sp>
            <p:nvSpPr>
              <p:cNvPr id="12" name="矩形: 圆角 11"/>
              <p:cNvSpPr/>
              <p:nvPr/>
            </p:nvSpPr>
            <p:spPr>
              <a:xfrm>
                <a:off x="5492798" y="4431815"/>
                <a:ext cx="378092" cy="37809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0070C0"/>
                    </a:solidFill>
                  </a:rPr>
                  <a:t>6</a:t>
                </a:r>
                <a:endParaRPr lang="zh-SG" alt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cxnSp>
        <p:nvCxnSpPr>
          <p:cNvPr id="14" name="直接连接符 13"/>
          <p:cNvCxnSpPr>
            <a:stCxn id="9" idx="3"/>
          </p:cNvCxnSpPr>
          <p:nvPr/>
        </p:nvCxnSpPr>
        <p:spPr>
          <a:xfrm flipV="1">
            <a:off x="3166419" y="425790"/>
            <a:ext cx="8706821" cy="4956"/>
          </a:xfrm>
          <a:prstGeom prst="line">
            <a:avLst/>
          </a:prstGeom>
          <a:ln w="12700">
            <a:solidFill>
              <a:srgbClr val="3887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445985" y="6060797"/>
            <a:ext cx="3630169" cy="516530"/>
            <a:chOff x="97722" y="6317038"/>
            <a:chExt cx="3630169" cy="51653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31" t="40814" r="24779" b="40764"/>
            <a:stretch>
              <a:fillRect/>
            </a:stretch>
          </p:blipFill>
          <p:spPr>
            <a:xfrm>
              <a:off x="97722" y="6317038"/>
              <a:ext cx="1813834" cy="46767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6" t="34097" r="7711" b="54402"/>
            <a:stretch>
              <a:fillRect/>
            </a:stretch>
          </p:blipFill>
          <p:spPr>
            <a:xfrm>
              <a:off x="1996324" y="6324018"/>
              <a:ext cx="1731567" cy="509550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>
            <a:xfrm>
              <a:off x="1961424" y="6411270"/>
              <a:ext cx="0" cy="300146"/>
            </a:xfrm>
            <a:prstGeom prst="line">
              <a:avLst/>
            </a:prstGeom>
            <a:ln w="12700">
              <a:solidFill>
                <a:srgbClr val="2145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sustech.edu.cn/wp-content/themes/twentyseventeen/images/sustech-logo-cn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199" y="2258587"/>
            <a:ext cx="7008714" cy="139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203199" y="3825123"/>
            <a:ext cx="561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感谢您的批评指正！</a:t>
            </a:r>
            <a:endParaRPr lang="zh-SG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9428" y="4583689"/>
            <a:ext cx="26391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模板分享人：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1522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姚瑶</a:t>
            </a:r>
            <a:endParaRPr lang="en-US" altLang="zh-CN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  <a:p>
            <a:pPr algn="ctr"/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图片来源：南方科技大学官网、王本凡</a:t>
            </a:r>
            <a:endParaRPr lang="zh-SG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WPS 演示</Application>
  <PresentationFormat>宽屏</PresentationFormat>
  <Paragraphs>113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黑体</vt:lpstr>
      <vt:lpstr>楷体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 YAO</dc:creator>
  <cp:lastModifiedBy>夜雨声烦</cp:lastModifiedBy>
  <cp:revision>24</cp:revision>
  <dcterms:created xsi:type="dcterms:W3CDTF">2019-05-07T06:35:00Z</dcterms:created>
  <dcterms:modified xsi:type="dcterms:W3CDTF">2020-05-12T12:44:25Z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2052-11.1.0.9672</vt:lpwstr>
  </property>
</Properties>
</file>